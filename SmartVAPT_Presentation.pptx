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00B4D8"/>
                </a:solidFill>
              </a:rPr>
              <a:t>SmartVAPT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Intelligent Web Application Vulnerability Assessment &amp; Penetration Testing</a:t>
            </a:r>
          </a:p>
          <a:p>
            <a:r>
              <a:rPr sz="1600">
                <a:solidFill>
                  <a:srgbClr val="2ECC71"/>
                </a:solidFill>
              </a:rPr>
              <a:t>Scan → Discover → Exploit-aware → Auto-Remediate →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29000"/>
            <a:ext cx="4114800" cy="4572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What is SmartVAPT?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An open-source, Python-based security automation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B4D8"/>
                </a:solidFill>
                <a:latin typeface="Calibri"/>
              </a:rPr>
              <a:t>SmartVAPT is an end-to-end VAPT engine that automates the full security-testing lifecycle for web applications: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B8C2CE"/>
                </a:solidFill>
                <a:latin typeface="Calibri"/>
              </a:rPr>
              <a:t>Discovery: crawls targets, fingerprints tech stacks, and enumerates endpoints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B8C2CE"/>
                </a:solidFill>
                <a:latin typeface="Calibri"/>
              </a:rPr>
              <a:t>Assessment: runs plugin-based vulnerability checks (SQLi, XSS, CSRF, SSRF, IDOR, headers, TLS, CVEs...)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B8C2CE"/>
                </a:solidFill>
                <a:latin typeface="Calibri"/>
              </a:rPr>
              <a:t>Validation: confirms findings with safe proof-of-concept evidence before reporting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B8C2CE"/>
                </a:solidFill>
                <a:latin typeface="Calibri"/>
              </a:rPr>
              <a:t>Remediation: generates AND APPLIES code fixes for detected vulnerabilities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B8C2CE"/>
                </a:solidFill>
                <a:latin typeface="Calibri"/>
              </a:rPr>
              <a:t>Reporting: produces professional PDF/HTML reports with CVSS scoring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Unlike traditional scanners that only report problems, SmartVAPT closes the loop by patching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The automated scan-to-fix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1. TARGET</a:t>
            </a:r>
          </a:p>
          <a:p>
            <a:r>
              <a:rPr sz="1100">
                <a:solidFill>
                  <a:srgbClr val="FFFFFF"/>
                </a:solidFill>
              </a:rPr>
              <a:t>Input URL / repo;
auth &amp; scope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2. CRAWL</a:t>
            </a:r>
          </a:p>
          <a:p>
            <a:r>
              <a:rPr sz="1100">
                <a:solidFill>
                  <a:srgbClr val="FFFFFF"/>
                </a:solidFill>
              </a:rPr>
              <a:t>Endpoint discovery,
tech fingerprinting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3. SCAN</a:t>
            </a:r>
          </a:p>
          <a:p>
            <a:r>
              <a:rPr sz="1100">
                <a:solidFill>
                  <a:srgbClr val="FFFFFF"/>
                </a:solidFill>
              </a:rPr>
              <a:t>Plugin engine runs
CVE &amp; OWASP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4. VALIDATE</a:t>
            </a:r>
          </a:p>
          <a:p>
            <a:r>
              <a:rPr sz="1100">
                <a:solidFill>
                  <a:srgbClr val="FFFFFF"/>
                </a:solidFill>
              </a:rPr>
              <a:t>PoC verification,
false-positive trim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5. FIX</a:t>
            </a:r>
          </a:p>
          <a:p>
            <a:r>
              <a:rPr sz="1100">
                <a:solidFill>
                  <a:srgbClr val="FFFFFF"/>
                </a:solidFill>
              </a:rPr>
              <a:t>Auto-generates &amp;
applies patches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19" y="2011680"/>
            <a:ext cx="1691640" cy="2011680"/>
          </a:xfrm>
          <a:prstGeom prst="roundRect">
            <a:avLst/>
          </a:prstGeom>
          <a:solidFill>
            <a:srgbClr val="1C2A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B4D8"/>
                </a:solidFill>
              </a:rPr>
              <a:t>6. REPORT</a:t>
            </a:r>
          </a:p>
          <a:p>
            <a:r>
              <a:rPr sz="1100">
                <a:solidFill>
                  <a:srgbClr val="FFFFFF"/>
                </a:solidFill>
              </a:rPr>
              <a:t>PDF/HTML output,
CVSS + retest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B8C2CE"/>
                </a:solidFill>
              </a:rPr>
              <a:t>Headless mode: run_full_scan.py executes the entire pipeline from the CLI — no GUI required.</a:t>
            </a:r>
          </a:p>
          <a:p>
            <a:r>
              <a:rPr sz="1500">
                <a:solidFill>
                  <a:srgbClr val="2ECC71"/>
                </a:solidFill>
              </a:rPr>
              <a:t>Regression check: patched CVEs are automatically removed from the final findings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Everything under one 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Plugin Architecture: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Modular checks — add new vulnerability tests without touching the core engine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CVE Intelligence: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Matches detected software versions against known CVEs with severity ratings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Auto-Remediation Engine: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Generates code-level fixes (e.g., parameterized queries, secure headers) and applies them safely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Dual Interface: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Desktop GUI for interactive testing + headless CLI for CI/CD pipelines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Professional Reporting: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PDF &amp; HTML reports with executive summaries, technical details, and remediation guidance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Extensibility: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Python API — integrate scans into your own tooling and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Why choose SmartVAPT?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Scan + Fix in One Tool</a:t>
            </a:r>
          </a:p>
          <a:p>
            <a:r>
              <a:rPr sz="1200">
                <a:solidFill>
                  <a:srgbClr val="FFFFFF"/>
                </a:solidFill>
              </a:rPr>
              <a:t>Most scanners stop at detection; SmartVAPT remediates too.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Open Source &amp; Free</a:t>
            </a:r>
          </a:p>
          <a:p>
            <a:r>
              <a:rPr sz="1200">
                <a:solidFill>
                  <a:srgbClr val="FFFFFF"/>
                </a:solidFill>
              </a:rPr>
              <a:t>No license fees, full transparency, community-driven.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737360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CI/CD Ready</a:t>
            </a:r>
          </a:p>
          <a:p>
            <a:r>
              <a:rPr sz="1200">
                <a:solidFill>
                  <a:srgbClr val="FFFFFF"/>
                </a:solidFill>
              </a:rPr>
              <a:t>Headless scans fit straight into build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Low False Positives</a:t>
            </a:r>
          </a:p>
          <a:p>
            <a:r>
              <a:rPr sz="1200">
                <a:solidFill>
                  <a:srgbClr val="FFFFFF"/>
                </a:solidFill>
              </a:rPr>
              <a:t>Findings are validated with proof-of-concept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977639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Fast Time-to-Fix</a:t>
            </a:r>
          </a:p>
          <a:p>
            <a:r>
              <a:rPr sz="1200">
                <a:solidFill>
                  <a:srgbClr val="FFFFFF"/>
                </a:solidFill>
              </a:rPr>
              <a:t>Instant patch suggestions cut remediation cycles to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77639"/>
            <a:ext cx="3383280" cy="1920240"/>
          </a:xfrm>
          <a:prstGeom prst="roundRect">
            <a:avLst/>
          </a:prstGeom>
          <a:solidFill>
            <a:srgbClr val="1C2A3D"/>
          </a:solidFill>
          <a:ln w="15875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CC71"/>
                </a:solidFill>
              </a:rPr>
              <a:t>Lightweight</a:t>
            </a:r>
          </a:p>
          <a:p>
            <a:r>
              <a:rPr sz="1200">
                <a:solidFill>
                  <a:srgbClr val="FFFFFF"/>
                </a:solidFill>
              </a:rPr>
              <a:t>Pure Python stack — runs on a laptop, no heavy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Who uses SmartVAPT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Development Teams: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Pre-commit and pre-deploy security checks inside CI/CD (GitHub Actions, Jenkins, GitLab CI)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Security Professionals / Pentesters: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Rapid initial assessments, then manual deep-dives using discovered endpoints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Freelancers &amp; Agencies: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Deliver branded PDF audit reports to clients quickly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Students &amp; Educators: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Hands-on lab for learning OWASP Top 10, CVE analysis, and secure coding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Small &amp; Medium Businesses: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Affordable, automated security posture monitoring without enterprise scanner costs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0B4D8"/>
                </a:solidFill>
                <a:latin typeface="Calibri"/>
              </a:rPr>
              <a:t>Compliance &amp; Audits: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B8C2CE"/>
                </a:solidFill>
                <a:latin typeface="Calibri"/>
              </a:rPr>
              <a:t>Recurring scans and documented evidence for ISO 27001, SOC 2, PCI-DSS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Built with a modern Python security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Language:  </a:t>
            </a:r>
            <a:r>
              <a:rPr sz="1400">
                <a:solidFill>
                  <a:srgbClr val="FFFFFF"/>
                </a:solidFill>
              </a:rPr>
              <a:t>Python 3 (modular, object-oriented design)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12848"/>
            <a:ext cx="10515600" cy="50292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Scanning Engine:  </a:t>
            </a:r>
            <a:r>
              <a:rPr sz="1400">
                <a:solidFill>
                  <a:srgbClr val="FFFFFF"/>
                </a:solidFill>
              </a:rPr>
              <a:t>Plugin-based checker system (OWASP-aligned)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79776"/>
            <a:ext cx="10515600" cy="502920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Crawling:  </a:t>
            </a:r>
            <a:r>
              <a:rPr sz="1400">
                <a:solidFill>
                  <a:srgbClr val="FFFFFF"/>
                </a:solidFill>
              </a:rPr>
              <a:t>Automated endpoint discovery &amp; tech fingerprinting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46704"/>
            <a:ext cx="10515600" cy="50292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Vuln Data:  </a:t>
            </a:r>
            <a:r>
              <a:rPr sz="1400">
                <a:solidFill>
                  <a:srgbClr val="FFFFFF"/>
                </a:solidFill>
              </a:rPr>
              <a:t>CVE matching with CVSS severity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13632"/>
            <a:ext cx="10515600" cy="502920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Remediation:  </a:t>
            </a:r>
            <a:r>
              <a:rPr sz="1400">
                <a:solidFill>
                  <a:srgbClr val="FFFFFF"/>
                </a:solidFill>
              </a:rPr>
              <a:t>Patch generator + safe in-place code fixer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480560"/>
            <a:ext cx="10515600" cy="50292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Reporting:  </a:t>
            </a:r>
            <a:r>
              <a:rPr sz="1400">
                <a:solidFill>
                  <a:srgbClr val="FFFFFF"/>
                </a:solidFill>
              </a:rPr>
              <a:t>PDF / HTML export with executive &amp; technical sections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047488"/>
            <a:ext cx="10515600" cy="502920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Interfaces:  </a:t>
            </a:r>
            <a:r>
              <a:rPr sz="1400">
                <a:solidFill>
                  <a:srgbClr val="FFFFFF"/>
                </a:solidFill>
              </a:rPr>
              <a:t>Desktop GUI + headless CLI for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614416"/>
            <a:ext cx="10515600" cy="502920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ctr"/>
            <a:r>
              <a:rPr sz="1400" b="1">
                <a:solidFill>
                  <a:srgbClr val="00B4D8"/>
                </a:solidFill>
              </a:rPr>
              <a:t>Testing:  </a:t>
            </a:r>
            <a:r>
              <a:rPr sz="1400">
                <a:solidFill>
                  <a:srgbClr val="FFFFFF"/>
                </a:solidFill>
              </a:rPr>
              <a:t>pytest suite (38+ tests) with regression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B8C2CE"/>
                </a:solidFill>
              </a:rPr>
              <a:t>SmartVAPT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What: an open-source, all-in-one VAPT platform for web applications.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Differentiator: the only step most tools skip — automated remediation of found issues.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Best for: developers, pentesters, agencies, educators, and SMBs needing affordable automation.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Workflow: Crawl → Scan → Validate → Fix → Report — fully scriptable from the CLI.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Next steps: try a headless demo scan, extend it with a custom plugin, or wire it into your CI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B020"/>
                </a:solidFill>
              </a:rPr>
              <a:t>Thank you!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